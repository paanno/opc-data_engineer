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4" autoAdjust="0"/>
    <p:restoredTop sz="94660"/>
  </p:normalViewPr>
  <p:slideViewPr>
    <p:cSldViewPr snapToGrid="0" showGuides="1">
      <p:cViewPr varScale="1">
        <p:scale>
          <a:sx n="64" d="100"/>
          <a:sy n="64" d="100"/>
        </p:scale>
        <p:origin x="6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516497-18E8-1274-F662-95673F9F0A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58C325D-FDBD-2B39-FB26-1DFCD68E4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BCAD8EB-9E0B-C287-4D5E-502F03068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C59A-91CD-43F3-887F-3138355DBE18}" type="datetimeFigureOut">
              <a:rPr lang="fr-FR" smtClean="0"/>
              <a:t>26/02/2026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AD9C3F9-27BE-5E7C-1C67-7355EC33E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46517A-E689-9428-C1C0-DE1DD8A07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238DC-4BBE-4785-88AC-AFA966B5D9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6539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2F291B-A0D2-2039-B817-104A25292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F78B89-9CFB-7D94-E314-3FA60F789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375787-0C4B-5EAC-AA37-13272A759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C59A-91CD-43F3-887F-3138355DBE18}" type="datetimeFigureOut">
              <a:rPr lang="fr-FR" smtClean="0"/>
              <a:t>26/02/2026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52B605D-7D0D-798F-A579-1A41ADBAD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44DAF82-DC0B-707E-7FA9-A72D23BF9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238DC-4BBE-4785-88AC-AFA966B5D9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5076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366DC6-6623-C63D-8CE6-94743CA04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DA9619A-D203-5DFC-A41D-7DAFE7D708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0293E7F-688B-EB66-8D03-CB46959E2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C59A-91CD-43F3-887F-3138355DBE18}" type="datetimeFigureOut">
              <a:rPr lang="fr-FR" smtClean="0"/>
              <a:t>26/02/2026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FE21A94-5916-7BFE-A573-CE9F4BAFD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EFDC60-CB0E-A528-C289-B73A7E059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238DC-4BBE-4785-88AC-AFA966B5D9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0374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80EE44-84A3-47AF-2F85-8F087AA25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82B920-1672-FEBB-401C-CA0BAE4C7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B5805B3-EAEB-3BD5-AE1E-377260F64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17F1087-89CA-E55B-C64C-0607D2328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C59A-91CD-43F3-887F-3138355DBE18}" type="datetimeFigureOut">
              <a:rPr lang="fr-FR" smtClean="0"/>
              <a:t>26/02/2026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A7567A0-B44F-3997-EB34-92F80F393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9E9060F-8F89-1EFF-1C80-0C6E0F839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238DC-4BBE-4785-88AC-AFA966B5D9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1644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9786A3-F20E-AEA4-B9CD-9C44C2D4D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CD007F6-503C-229A-6CB6-F6CA820E1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F26E650-1067-F952-E781-46E969AE38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590BA55-F71B-DD2F-0595-0B52D97524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B6D9554-D8F8-67B6-7BB1-B163B84EB4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68966BD-0BD5-7CB6-B475-45BC6A67F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C59A-91CD-43F3-887F-3138355DBE18}" type="datetimeFigureOut">
              <a:rPr lang="fr-FR" smtClean="0"/>
              <a:t>26/02/2026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7DCE8CE-B78C-1368-BAF0-F70F26C87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ED970BD-859D-B00C-3ABA-8F70BCE19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238DC-4BBE-4785-88AC-AFA966B5D9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8479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928178-DD65-E0BD-8647-E0F424D64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6ABC407-AFD2-CA8C-0050-A4F13A273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C59A-91CD-43F3-887F-3138355DBE18}" type="datetimeFigureOut">
              <a:rPr lang="fr-FR" smtClean="0"/>
              <a:t>26/02/2026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2BEC255-2217-AFDD-6DC4-9B6E8211A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3641591-8EBA-A182-C48A-1BB3D1CB9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238DC-4BBE-4785-88AC-AFA966B5D9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1244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1F133E1-BE1A-3CD7-3555-6C8770297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C59A-91CD-43F3-887F-3138355DBE18}" type="datetimeFigureOut">
              <a:rPr lang="fr-FR" smtClean="0"/>
              <a:t>26/02/2026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2DB4203-B5F7-A94E-7EB9-778766964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BE2843-EDC2-E783-8488-6A58E6EB3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238DC-4BBE-4785-88AC-AFA966B5D9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5515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5B8F26-C5C7-BE87-EDDA-D4E7FA983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62072D-8A21-2759-643B-9496EE722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00073F4-2D49-86BA-1C22-97BB567955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D016A44-A548-7842-AF93-1A095EE21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C59A-91CD-43F3-887F-3138355DBE18}" type="datetimeFigureOut">
              <a:rPr lang="fr-FR" smtClean="0"/>
              <a:t>26/02/2026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AA9AF21-B2DB-197B-4BC7-4CAB236D4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929F9B1-DF20-109C-1DE8-91010FA01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238DC-4BBE-4785-88AC-AFA966B5D9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2952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292B77-8AAD-424B-41B3-949EE7C86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97F5B60-75A8-5C2E-C6B1-25C743BD80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CB204B0-D329-E258-6F41-D2E841BF7A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244DAB6-0577-2586-BE0F-728F94A87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C59A-91CD-43F3-887F-3138355DBE18}" type="datetimeFigureOut">
              <a:rPr lang="fr-FR" smtClean="0"/>
              <a:t>26/02/2026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22C0C92-CB55-6078-DB8A-ACA885854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575C209-B441-14DC-4D60-397F4F1FC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238DC-4BBE-4785-88AC-AFA966B5D9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1584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5701DE-7D04-73B6-5FB9-E605155B9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DBF90EF-CDC4-B2F0-B8D6-41058C7128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867CD3-7A3B-D751-F2FA-5EBB0E959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C59A-91CD-43F3-887F-3138355DBE18}" type="datetimeFigureOut">
              <a:rPr lang="fr-FR" smtClean="0"/>
              <a:t>26/02/2026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09EDB97-DC9C-141A-D738-EBE113C2B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D5B2E5-A00E-01FB-EDAB-131880540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238DC-4BBE-4785-88AC-AFA966B5D9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358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C0977F2-1236-A663-5670-57A54B3E96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F181864-F0FD-AE92-DE4F-7516472D33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25616E9-3393-5271-5693-0D455317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C59A-91CD-43F3-887F-3138355DBE18}" type="datetimeFigureOut">
              <a:rPr lang="fr-FR" smtClean="0"/>
              <a:t>26/02/2026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84BD45E-C248-9C70-94D8-962734D61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641D03-3F3B-D523-44EA-03C39FE79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238DC-4BBE-4785-88AC-AFA966B5D9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3586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1A7E416-F01B-24B0-A137-0F317A8D9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0E8A846-0922-D628-BB82-70E07254D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82AEC4C-38B4-D1AF-83BD-BE82DD98B1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5FC59A-91CD-43F3-887F-3138355DBE18}" type="datetimeFigureOut">
              <a:rPr lang="fr-FR" smtClean="0"/>
              <a:t>26/02/2026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A4F57A-87AB-FE5E-7AFE-50C3724FE7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1F4262-608A-8959-B204-474A1E3E9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C238DC-4BBE-4785-88AC-AFA966B5D9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8470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786A1D-C5AC-1AA2-59EE-5B4373A87D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55EC98B-5862-4F7B-4ABE-294E31CD2C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1157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14F011-1A2D-B594-6E43-A1665B89D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A3E59B-D1CD-0DD2-55E5-48D092180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4746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4E1AE3-6FD1-1142-6003-0473A3B09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92E14C-9D60-7D24-DAFD-C42487B1A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7576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5E6695-CBFC-F632-BCA5-78BCE5AD6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990B32-B25D-78BE-964A-961D370B2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7632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40F20F-B269-A039-C976-5EB43F6EF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6750B2-E40F-8526-00F9-02DD35144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7278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1B70F0-0FDA-86F3-D705-94F28B427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CFDD3A-A551-68AA-3AD2-4A8871A6E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7821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1950AB-3A68-AE92-C5F0-E0E702055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8619C7-4564-654D-A442-79727D669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7813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5E9761-F547-3A4C-5BC2-135C6734A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D158C7-4736-B1E0-0DF9-A8CE51E81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883887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Grand écran</PresentationFormat>
  <Paragraphs>0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Paul-Alexandre ANNONAY</dc:creator>
  <cp:lastModifiedBy>Paul-Alexandre ANNONAY</cp:lastModifiedBy>
  <cp:revision>1</cp:revision>
  <dcterms:created xsi:type="dcterms:W3CDTF">2026-02-26T22:18:56Z</dcterms:created>
  <dcterms:modified xsi:type="dcterms:W3CDTF">2026-02-26T22:20:01Z</dcterms:modified>
</cp:coreProperties>
</file>