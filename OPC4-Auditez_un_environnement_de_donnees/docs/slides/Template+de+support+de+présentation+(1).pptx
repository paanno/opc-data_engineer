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Montserrat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20" y="16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fd6a1ad4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fd6a1ad4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efd6a1ae3e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2efd6a1ae3e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adf635cc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fadf635cc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efd6a1ad4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efd6a1ad4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fd948d0ee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fd948d0ee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245a1bb278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245a1bb278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245a1bb278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245a1bb278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245a1bb278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245a1bb278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efd6a1ad4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efd6a1ad4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efd6a1ad4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efd6a1ad4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adf635ccc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fadf635ccc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efd6a1ad4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efd6a1ad4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fadf635ccc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fadf635ccc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efd6a1ad4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efd6a1ad4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adf635ccc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fadf635ccc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AUDIT : </a:t>
            </a:r>
            <a:br>
              <a:rPr lang="fr"/>
            </a:br>
            <a:r>
              <a:rPr lang="fr"/>
              <a:t>Erreur sur le Cube OLAP </a:t>
            </a:r>
            <a:endParaRPr/>
          </a:p>
        </p:txBody>
      </p:sp>
      <p:pic>
        <p:nvPicPr>
          <p:cNvPr id="135" name="Google Shape;13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96750" y="3514725"/>
            <a:ext cx="1733550" cy="138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Présentation de la mission</a:t>
            </a:r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Anciens slides</a:t>
            </a:r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823850" y="3119025"/>
            <a:ext cx="2426400" cy="1530300"/>
          </a:xfrm>
          <a:prstGeom prst="snip1Rect">
            <a:avLst>
              <a:gd name="adj" fmla="val 16667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latin typeface="Lato"/>
                <a:ea typeface="Lato"/>
                <a:cs typeface="Lato"/>
                <a:sym typeface="Lato"/>
              </a:rPr>
              <a:t>Je te laisse choisir les slides qui t'intéressent pour faire ton support de  présentation</a:t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Analyse de la base de données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88"/>
              <a:t>Architecture de l’entreprise</a:t>
            </a:r>
            <a:endParaRPr sz="1888"/>
          </a:p>
        </p:txBody>
      </p:sp>
      <p:sp>
        <p:nvSpPr>
          <p:cNvPr id="153" name="Google Shape;153;p1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152400" lvl="0" indent="-28575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Font typeface="Inter"/>
              <a:buChar char="●"/>
            </a:pPr>
            <a:endParaRPr dirty="0"/>
          </a:p>
        </p:txBody>
      </p:sp>
      <p:pic>
        <p:nvPicPr>
          <p:cNvPr id="2" name="Image 1" descr="https://s3.eu-west-1.amazonaws.com/course.oc-static.com/projects/922_Data+Engineer/922_P4/Sche%CC%81ma+architecture+.jpg">
            <a:extLst>
              <a:ext uri="{FF2B5EF4-FFF2-40B4-BE49-F238E27FC236}">
                <a16:creationId xmlns:a16="http://schemas.microsoft.com/office/drawing/2014/main" id="{3A787A0B-B727-1B9D-E820-B20B5F076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150" y="1857952"/>
            <a:ext cx="598170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Analyse de la base de données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88"/>
              <a:t>Dictionnaire des données du fichier OLAP et schéma relationnel</a:t>
            </a:r>
            <a:endParaRPr sz="1888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F7C0ED-72E8-DC43-6B0A-68E80B409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62" y="1711452"/>
            <a:ext cx="4872055" cy="172059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B3E872A-1E50-78FF-5999-B329A0253EE3}"/>
              </a:ext>
            </a:extLst>
          </p:cNvPr>
          <p:cNvSpPr/>
          <p:nvPr/>
        </p:nvSpPr>
        <p:spPr>
          <a:xfrm>
            <a:off x="5858454" y="3029528"/>
            <a:ext cx="1754909" cy="1237673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AEAB401-C3B9-D4D8-4349-9A0DF3ECD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417" y="2884635"/>
            <a:ext cx="3200982" cy="18405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Présentation du prototype de BDD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88"/>
              <a:t>Explication de la base de données</a:t>
            </a:r>
            <a:endParaRPr sz="1888"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152400" lvl="0" indent="-28575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Font typeface="Inter"/>
              <a:buChar char="●"/>
            </a:pPr>
            <a:r>
              <a:rPr lang="fr-FR" dirty="0"/>
              <a:t>Unification de toute les dates en INT</a:t>
            </a:r>
          </a:p>
          <a:p>
            <a:pPr marL="457200" marR="152400" lvl="0" indent="-28575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Font typeface="Inter"/>
              <a:buChar char="●"/>
            </a:pPr>
            <a:r>
              <a:rPr lang="fr-FR" dirty="0"/>
              <a:t>Colonnes de calendrier calculée sur </a:t>
            </a:r>
            <a:r>
              <a:rPr lang="fr-FR" dirty="0" err="1"/>
              <a:t>date_id</a:t>
            </a:r>
            <a:endParaRPr lang="fr-FR" dirty="0"/>
          </a:p>
          <a:p>
            <a:pPr marL="457200" marR="152400" lvl="0" indent="-28575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Font typeface="Inter"/>
              <a:buChar char="●"/>
            </a:pPr>
            <a:r>
              <a:rPr lang="fr-FR" dirty="0" err="1"/>
              <a:t>produits.ean</a:t>
            </a:r>
            <a:r>
              <a:rPr lang="fr-FR" dirty="0"/>
              <a:t> : DOUBLE</a:t>
            </a:r>
          </a:p>
          <a:p>
            <a:pPr marL="457200" marR="152400" lvl="0" indent="-28575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Font typeface="Inter"/>
              <a:buChar char="●"/>
            </a:pPr>
            <a:r>
              <a:rPr lang="fr-FR" dirty="0"/>
              <a:t>Mail et pseudo employé calculé</a:t>
            </a:r>
          </a:p>
          <a:p>
            <a:pPr marL="457200" marR="152400" lvl="0" indent="-28575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Font typeface="Inter"/>
              <a:buChar char="●"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006A249-707D-FCFD-0515-9641BAA01A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4605" y="1567550"/>
            <a:ext cx="3111795" cy="29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Résultat des requêtes SQL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88"/>
              <a:t>Le chiffre d’affaires total pour le 14 Août</a:t>
            </a:r>
            <a:endParaRPr sz="1888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A6719DB-EE68-8F85-4857-0578C7AFC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C6FB080-B529-8864-8325-0C1307D2926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FC10D8A-6D84-0620-0220-0B7BA0BF6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501" y="1567550"/>
            <a:ext cx="3403200" cy="120031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DCAC60-9FF4-539E-7B08-F61EC4CEF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220" y="1567550"/>
            <a:ext cx="3403180" cy="864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Résultat des requêtes SQL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88"/>
              <a:t>Le chiffre d’affaires par client pour le top 10 des clients</a:t>
            </a:r>
            <a:endParaRPr sz="1888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6FAF3E9-497F-C9D3-737C-12C210EAA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BD4FFE-F851-5FA1-9F5F-15904E82BB4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7C5F8F3-EA4C-DF43-8EA7-9F12390DF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499" y="1567550"/>
            <a:ext cx="3403787" cy="172059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3021046-D9D6-B4A2-AAA2-8AE590A80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221" y="1567550"/>
            <a:ext cx="3403179" cy="19012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/>
              <a:t>Résultat des requêtes SQL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850"/>
              <a:t>Le chiffre d’affaires encaissé par employé</a:t>
            </a:r>
            <a:endParaRPr sz="185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1EB5CA5-3D6D-9723-761F-2AD1B5EA7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2EB5010-A7E1-507D-B97A-F3EB084128D3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B370919-C30B-A3B1-F2A4-D93D77FAF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499" y="1567550"/>
            <a:ext cx="3403199" cy="168654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9BCE8A2-AD64-0672-C46D-C605BE9FB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221" y="1567551"/>
            <a:ext cx="3401561" cy="24872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Analyse des logs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Dictionnaire des données et explications</a:t>
            </a:r>
            <a:endParaRPr/>
          </a:p>
        </p:txBody>
      </p:sp>
      <p:sp>
        <p:nvSpPr>
          <p:cNvPr id="189" name="Google Shape;189;p22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Nombre de logs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Nombre de logs par action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Explication des logs (quelle table, quelle modification…)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Compréhension des problèmes sur la base des logs</a:t>
            </a:r>
            <a:endParaRPr/>
          </a:p>
        </p:txBody>
      </p:sp>
      <p:sp>
        <p:nvSpPr>
          <p:cNvPr id="195" name="Google Shape;195;p2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Recommandations pour l’entreprise</a:t>
            </a:r>
            <a:endParaRPr/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SzPts val="1850"/>
              <a:buChar char="●"/>
            </a:pPr>
            <a:r>
              <a:rPr lang="fr" sz="1850"/>
              <a:t>Actions à mettre en place </a:t>
            </a:r>
            <a:endParaRPr sz="1850"/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SzPts val="1850"/>
              <a:buChar char="●"/>
            </a:pPr>
            <a:r>
              <a:rPr lang="fr" sz="1850"/>
              <a:t>Prototype </a:t>
            </a:r>
            <a:endParaRPr sz="1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Recommandations pour l’entreprise</a:t>
            </a:r>
            <a:br>
              <a:rPr lang="fr"/>
            </a:br>
            <a:r>
              <a:rPr lang="fr" sz="1850"/>
              <a:t>Avantages et inconvénients de la solution</a:t>
            </a:r>
            <a:endParaRPr sz="1850"/>
          </a:p>
        </p:txBody>
      </p:sp>
      <p:sp>
        <p:nvSpPr>
          <p:cNvPr id="206" name="Google Shape;206;p25"/>
          <p:cNvSpPr txBox="1">
            <a:spLocks noGrp="1"/>
          </p:cNvSpPr>
          <p:nvPr>
            <p:ph type="body" idx="1"/>
          </p:nvPr>
        </p:nvSpPr>
        <p:spPr>
          <a:xfrm>
            <a:off x="1234550" y="15336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Avantages :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fr"/>
              <a:t>Inconvénients :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Recommandations pour l’entreprise</a:t>
            </a:r>
            <a:br>
              <a:rPr lang="fr"/>
            </a:br>
            <a:r>
              <a:rPr lang="fr" sz="1850"/>
              <a:t>Implications pour l’organisation actuelle </a:t>
            </a:r>
            <a:endParaRPr sz="1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Recommandations pour l’entreprise</a:t>
            </a:r>
            <a:br>
              <a:rPr lang="fr"/>
            </a:br>
            <a:r>
              <a:rPr lang="fr" sz="1850"/>
              <a:t>Planning de mise en place et coût éventuel</a:t>
            </a:r>
            <a:endParaRPr sz="1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>
            <a:spLocks noGrp="1"/>
          </p:cNvSpPr>
          <p:nvPr>
            <p:ph type="title"/>
          </p:nvPr>
        </p:nvSpPr>
        <p:spPr>
          <a:xfrm>
            <a:off x="311700" y="1388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Conclusion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1944</TotalTime>
  <Words>203</Words>
  <Application>Microsoft Office PowerPoint</Application>
  <PresentationFormat>Affichage à l'écran (16:9)</PresentationFormat>
  <Paragraphs>38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Montserrat</vt:lpstr>
      <vt:lpstr>Lato</vt:lpstr>
      <vt:lpstr>Inter</vt:lpstr>
      <vt:lpstr>Focus</vt:lpstr>
      <vt:lpstr>AUDIT :  Erreur sur le Cube OLAP </vt:lpstr>
      <vt:lpstr>Présentation de la mission</vt:lpstr>
      <vt:lpstr>Anciens slides</vt:lpstr>
      <vt:lpstr>Analyse de la base de données Architecture de l’entreprise</vt:lpstr>
      <vt:lpstr>Analyse de la base de données Dictionnaire des données du fichier OLAP et schéma relationnel</vt:lpstr>
      <vt:lpstr>Présentation du prototype de BDD Explication de la base de données</vt:lpstr>
      <vt:lpstr>Résultat des requêtes SQL Le chiffre d’affaires total pour le 14 Août</vt:lpstr>
      <vt:lpstr>Résultat des requêtes SQL Le chiffre d’affaires par client pour le top 10 des clients</vt:lpstr>
      <vt:lpstr>Résultat des requêtes SQL Le chiffre d’affaires encaissé par employé </vt:lpstr>
      <vt:lpstr>Analyse des logs Dictionnaire des données et explications</vt:lpstr>
      <vt:lpstr>Compréhension des problèmes sur la base des logs</vt:lpstr>
      <vt:lpstr>Recommandations pour l’entreprise Actions à mettre en place  Prototype </vt:lpstr>
      <vt:lpstr>Recommandations pour l’entreprise Avantages et inconvénients de la solution</vt:lpstr>
      <vt:lpstr>Recommandations pour l’entreprise Implications pour l’organisation actuelle </vt:lpstr>
      <vt:lpstr>Recommandations pour l’entreprise Planning de mise en place et coût éventuel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Paul-Alexandre ANNONAY</cp:lastModifiedBy>
  <cp:revision>2</cp:revision>
  <dcterms:modified xsi:type="dcterms:W3CDTF">2026-03-14T21:10:30Z</dcterms:modified>
</cp:coreProperties>
</file>