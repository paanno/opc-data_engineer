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0" y="16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fd6a1a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fd6a1ad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fd6a1ae3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fd6a1ae3e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adf635cc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adf635cc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fd6a1ad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fd6a1ad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d948d0ee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d948d0ee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45a1bb278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245a1bb278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45a1bb27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245a1bb27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45a1bb278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45a1bb278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fd6a1ad4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fd6a1ad4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efd6a1ad4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efd6a1ad4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fadf635ccc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fadf635ccc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fd6a1ad4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fd6a1ad4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adf635ccc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adf635ccc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fd6a1ad4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efd6a1ad4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adf635ccc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fadf635ccc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AUDIT : </a:t>
            </a:r>
            <a:br>
              <a:rPr lang="fr"/>
            </a:br>
            <a:r>
              <a:rPr lang="fr"/>
              <a:t>Erreur sur le Cube OLAP 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6750" y="3514725"/>
            <a:ext cx="173355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 la mission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Anciens slides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823850" y="3119025"/>
            <a:ext cx="2426400" cy="1530300"/>
          </a:xfrm>
          <a:prstGeom prst="snip1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Lato"/>
                <a:ea typeface="Lato"/>
                <a:cs typeface="Lato"/>
                <a:sym typeface="Lato"/>
              </a:rPr>
              <a:t>Je te laisse choisir les slides qui t'intéressent pour faire ton support de  présentation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 la base de données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Architecture de l’entreprise</a:t>
            </a:r>
            <a:endParaRPr sz="1888"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 la base de données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Dictionnaire des données du fichier OLAP et schéma relationnel</a:t>
            </a:r>
            <a:endParaRPr sz="1888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2F7C0ED-72E8-DC43-6B0A-68E80B40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2" y="1711452"/>
            <a:ext cx="4872055" cy="17205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B3E872A-1E50-78FF-5999-B329A0253EE3}"/>
              </a:ext>
            </a:extLst>
          </p:cNvPr>
          <p:cNvSpPr/>
          <p:nvPr/>
        </p:nvSpPr>
        <p:spPr>
          <a:xfrm>
            <a:off x="5858454" y="3029528"/>
            <a:ext cx="1754909" cy="1237673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AEAB401-C3B9-D4D8-4349-9A0DF3ECD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417" y="2884635"/>
            <a:ext cx="3200982" cy="1840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prototype de BDD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Explication de la base de données</a:t>
            </a:r>
            <a:endParaRPr sz="1888"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Le chiffre d’affaires total pour le 14 Août</a:t>
            </a:r>
            <a:endParaRPr sz="1888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88"/>
              <a:t>Le chiffre d’affaires par client pour le top 10 des clients</a:t>
            </a:r>
            <a:endParaRPr sz="188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152400" lvl="0" indent="-285750" algn="l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Inter"/>
              <a:buChar char="●"/>
            </a:pP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/>
              <a:t>Résultat des requêtes 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850"/>
              <a:t>Le chiffre d’affaires encaissé par employé</a:t>
            </a:r>
            <a:endParaRPr sz="18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des logs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Dictionnaire des données et explications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Nombre de logs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Nombre de logs par action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Explication des logs (quelle table, quelle modification…)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Compréhension des problèmes sur la base des logs</a:t>
            </a:r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endParaRPr/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fr" sz="1850"/>
              <a:t>Actions à mettre en place </a:t>
            </a:r>
            <a:endParaRPr sz="1850"/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fr" sz="1850"/>
              <a:t>Prototype </a:t>
            </a:r>
            <a:endParaRPr sz="18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br>
              <a:rPr lang="fr"/>
            </a:br>
            <a:r>
              <a:rPr lang="fr" sz="1850"/>
              <a:t>Avantages et inconvénients de la solution</a:t>
            </a:r>
            <a:endParaRPr sz="1850"/>
          </a:p>
        </p:txBody>
      </p:sp>
      <p:sp>
        <p:nvSpPr>
          <p:cNvPr id="206" name="Google Shape;206;p25"/>
          <p:cNvSpPr txBox="1">
            <a:spLocks noGrp="1"/>
          </p:cNvSpPr>
          <p:nvPr>
            <p:ph type="body" idx="1"/>
          </p:nvPr>
        </p:nvSpPr>
        <p:spPr>
          <a:xfrm>
            <a:off x="1234550" y="15336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Avantages 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Inconvénients 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br>
              <a:rPr lang="fr"/>
            </a:br>
            <a:r>
              <a:rPr lang="fr" sz="1850"/>
              <a:t>Implications pour l’organisation actuelle </a:t>
            </a:r>
            <a:endParaRPr sz="1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Recommandations pour l’entreprise</a:t>
            </a:r>
            <a:br>
              <a:rPr lang="fr"/>
            </a:br>
            <a:r>
              <a:rPr lang="fr" sz="1850"/>
              <a:t>Planning de mise en place et coût éventuel</a:t>
            </a:r>
            <a:endParaRPr sz="18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>
            <a:spLocks noGrp="1"/>
          </p:cNvSpPr>
          <p:nvPr>
            <p:ph type="title"/>
          </p:nvPr>
        </p:nvSpPr>
        <p:spPr>
          <a:xfrm>
            <a:off x="311700" y="1388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Affichage à l'écran (16:9)</PresentationFormat>
  <Paragraphs>34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Inter</vt:lpstr>
      <vt:lpstr>Arial</vt:lpstr>
      <vt:lpstr>Lato</vt:lpstr>
      <vt:lpstr>Montserrat</vt:lpstr>
      <vt:lpstr>Focus</vt:lpstr>
      <vt:lpstr>AUDIT :  Erreur sur le Cube OLAP </vt:lpstr>
      <vt:lpstr>Présentation de la mission</vt:lpstr>
      <vt:lpstr>Anciens slides</vt:lpstr>
      <vt:lpstr>Analyse de la base de données Architecture de l’entreprise</vt:lpstr>
      <vt:lpstr>Analyse de la base de données Dictionnaire des données du fichier OLAP et schéma relationnel</vt:lpstr>
      <vt:lpstr>Présentation du prototype de BDD Explication de la base de données</vt:lpstr>
      <vt:lpstr>Résultat des requêtes SQL Le chiffre d’affaires total pour le 14 Août</vt:lpstr>
      <vt:lpstr>Résultat des requêtes SQL Le chiffre d’affaires par client pour le top 10 des clients</vt:lpstr>
      <vt:lpstr>Résultat des requêtes SQL Le chiffre d’affaires encaissé par employé </vt:lpstr>
      <vt:lpstr>Analyse des logs Dictionnaire des données et explications</vt:lpstr>
      <vt:lpstr>Compréhension des problèmes sur la base des logs</vt:lpstr>
      <vt:lpstr>Recommandations pour l’entreprise Actions à mettre en place  Prototype </vt:lpstr>
      <vt:lpstr>Recommandations pour l’entreprise Avantages et inconvénients de la solution</vt:lpstr>
      <vt:lpstr>Recommandations pour l’entreprise Implications pour l’organisation actuelle </vt:lpstr>
      <vt:lpstr>Recommandations pour l’entreprise Planning de mise en place et coût éventuel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Paul-Alexandre ANNONAY</cp:lastModifiedBy>
  <cp:revision>1</cp:revision>
  <dcterms:modified xsi:type="dcterms:W3CDTF">2026-03-13T11:01:59Z</dcterms:modified>
</cp:coreProperties>
</file>